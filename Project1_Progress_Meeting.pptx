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0"/>
            <a:ext cx="18288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from Lab 9  ·  Progress Meeting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Alfatin  ·  CSCI 2680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banking GUI built on top of Lab 9's classes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taking Lab 9's Account and SavingAccount classes and wrapping them in a PyQt6 desktop app. A table lists every account, buttons let the user open, deposit, withdraw, or close. Every transaction is saved to a CSV file and shown in a history log.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5029200" cy="4297680"/>
          </a:xfrm>
          <a:prstGeom prst="rect">
            <a:avLst/>
          </a:prstGeom>
          <a:solidFill>
            <a:srgbClr val="1A2435"/>
          </a:solidFill>
          <a:ln w="25400">
            <a:solidFill>
              <a:srgbClr val="2A3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solidFill>
            <a:srgbClr val="0F1824"/>
          </a:solidFill>
          <a:ln w="12700">
            <a:solidFill>
              <a:srgbClr val="0F18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— Project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2148840"/>
            <a:ext cx="5029200" cy="201168"/>
          </a:xfrm>
          <a:prstGeom prst="rect">
            <a:avLst/>
          </a:prstGeom>
          <a:solidFill>
            <a:srgbClr val="121B2A"/>
          </a:solidFill>
          <a:ln w="12700">
            <a:solidFill>
              <a:srgbClr val="12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 Tools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2788920"/>
            <a:ext cx="3145536" cy="2651760"/>
          </a:xfrm>
          <a:prstGeom prst="rect">
            <a:avLst/>
          </a:prstGeom>
          <a:solidFill>
            <a:srgbClr val="0F1824"/>
          </a:solidFill>
          <a:ln w="12700">
            <a:solidFill>
              <a:srgbClr val="2A3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788920"/>
            <a:ext cx="3145536" cy="2743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788920"/>
            <a:ext cx="957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0792" y="2788920"/>
            <a:ext cx="957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09304" y="2788920"/>
            <a:ext cx="957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3063240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0792" y="3063240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09304" y="3063240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$115.00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355848"/>
            <a:ext cx="3145536" cy="292608"/>
          </a:xfrm>
          <a:prstGeom prst="rect">
            <a:avLst/>
          </a:prstGeom>
          <a:solidFill>
            <a:srgbClr val="14202F"/>
          </a:solidFill>
          <a:ln w="12700">
            <a:solidFill>
              <a:srgbClr val="1420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355848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0792" y="3355848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09304" y="3355848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$357.00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3648456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0792" y="3648456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Rekha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09304" y="3648456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$50.75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941064"/>
            <a:ext cx="3145536" cy="292608"/>
          </a:xfrm>
          <a:prstGeom prst="rect">
            <a:avLst/>
          </a:prstGeom>
          <a:solidFill>
            <a:srgbClr val="14202F"/>
          </a:solidFill>
          <a:ln w="12700">
            <a:solidFill>
              <a:srgbClr val="1420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941064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0792" y="3941064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09304" y="3941064"/>
            <a:ext cx="95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$178.64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5532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 the bank: $701.39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94976" y="2468880"/>
            <a:ext cx="135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94976" y="2788920"/>
            <a:ext cx="1357884" cy="365760"/>
          </a:xfrm>
          <a:prstGeom prst="roundRect">
            <a:avLst>
              <a:gd name="adj" fmla="val 15000"/>
            </a:avLst>
          </a:prstGeom>
          <a:solidFill>
            <a:srgbClr val="29CC74"/>
          </a:solidFill>
          <a:ln w="12700">
            <a:solidFill>
              <a:srgbClr val="29CC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94976" y="278892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Account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94976" y="3264408"/>
            <a:ext cx="1357884" cy="365760"/>
          </a:xfrm>
          <a:prstGeom prst="roundRect">
            <a:avLst>
              <a:gd name="adj" fmla="val 15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94976" y="3264408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94976" y="3739896"/>
            <a:ext cx="1357884" cy="365760"/>
          </a:xfrm>
          <a:prstGeom prst="roundRect">
            <a:avLst>
              <a:gd name="adj" fmla="val 15000"/>
            </a:avLst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94976" y="3739896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94976" y="4215384"/>
            <a:ext cx="1357884" cy="365760"/>
          </a:xfrm>
          <a:prstGeom prst="roundRect">
            <a:avLst>
              <a:gd name="adj" fmla="val 15000"/>
            </a:avLst>
          </a:prstGeom>
          <a:solidFill>
            <a:srgbClr val="5E4BD5"/>
          </a:solidFill>
          <a:ln w="12700">
            <a:solidFill>
              <a:srgbClr val="5E4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94976" y="4215384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94976" y="4690872"/>
            <a:ext cx="1357884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94976" y="4690872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Account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6172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sketch of the main window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 types — Account, SavingAccount, CheckingAccount (new subclass)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close, deposit, and withdraw from any 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on saving accounts after every 5 deposits (2%)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Overdraft allowance + fee on checking accounts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 the bank shown at the bottom of the window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2519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— per account or across the whole bank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709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in CSV files so it survives a restart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166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error messages for bad numbers or empty names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669280"/>
            <a:ext cx="292608" cy="29260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PyQt6 with MVC file structure (models / views / controllers)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the meeting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like feedback 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solidFill>
            <a:srgbClr val="1A2435"/>
          </a:solidFill>
          <a:ln w="12700">
            <a:solidFill>
              <a:srgbClr val="2A3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91440" cy="6400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adding the CheckingAccount subclass enough extra OOP work?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solidFill>
            <a:srgbClr val="1A2435"/>
          </a:solidFill>
          <a:ln w="12700">
            <a:solidFill>
              <a:srgbClr val="2A34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91440" cy="6400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also log interest events to the transaction history?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solidFill>
            <a:srgbClr val="1A2435"/>
          </a:solidFill>
          <a:ln w="12700">
            <a:solidFill>
              <a:srgbClr val="2A3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91440" cy="6400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edge cases I should make sure to handle?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solidFill>
            <a:srgbClr val="1A2435"/>
          </a:solidFill>
          <a:ln w="12700">
            <a:solidFill>
              <a:srgbClr val="2A34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572000"/>
            <a:ext cx="91440" cy="6400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CSV format fine, or should I switch to SQLite?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used to help generate some boilerplate code — disclosed as required.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Progress Meeting</dc:title>
  <dc:subject>PptxGenJS Presentation</dc:subject>
  <dc:creator>Ali Alfatin</dc:creator>
  <cp:lastModifiedBy>Ali Alfatin</cp:lastModifiedBy>
  <cp:revision>1</cp:revision>
  <dcterms:created xsi:type="dcterms:W3CDTF">2026-05-03T02:25:42Z</dcterms:created>
  <dcterms:modified xsi:type="dcterms:W3CDTF">2026-05-03T02:25:42Z</dcterms:modified>
</cp:coreProperties>
</file>